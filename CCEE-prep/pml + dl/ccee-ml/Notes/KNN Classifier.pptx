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B7FC-3E19-4DA9-BA26-2708C34C0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966D2-BDFE-4597-91DB-84BF2FDA8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B4989-25C1-460F-B398-DB0507F4A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2DE9F-AF4E-4016-99D1-AD289CCC9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9D423-7F51-489E-9FFD-30CE5CA0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61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7C2A-FED9-4883-AC16-E9AE618D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B22D8-CF1A-491C-8EAD-C345013EF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DFF35-6FF2-4D99-A36B-60C7FD88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C950-C3ED-4ED9-B797-6F83271CA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98AAA-163C-4495-AEF6-752A4D24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A77AA-3F1B-4AAD-85C2-01F2C8A24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68FB2-E55B-4FBD-A059-A93E833C0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27EF1-C199-4087-A561-07A481C9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CC7D3-4911-40DF-A890-AEBA72E7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FDE9A-13B4-4623-BC29-60423D69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7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DD85B-C4F8-468B-A500-DA963395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DA0E0-0ACD-4562-BE2E-99BB8294A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670E8-DA2A-4E1E-88D2-BFA2B5B20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BFA69-88CC-4E75-B144-3F430C1B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86786-505B-45FD-85C3-2A7808CD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DA97C-9B42-4E54-B14C-B3EC3BE41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0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70BF-C0AD-4E26-8D71-157EDF69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886FD-EE92-4DD3-9563-F631C19F5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A27BB-5EA7-487C-AA92-033842848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4303F-F997-49FA-A0B4-9D7748B7A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C8975-3FE8-4FE2-83AC-A7FEAA59F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0D1A6-E873-47E9-AD3D-4AC6B8B3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91BB5-6D16-43CF-A2CA-9D397A02D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B5E58-9662-4549-A70E-747563C6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2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443E-0B92-44D3-95EF-185B19BA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C4A66-D847-43BE-A92C-0914CF02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4804B-3945-49AA-89E8-0E3C8E70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8B02A-6474-4DC6-8477-DFE7C7F2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52AC1-B477-4343-8BAD-670FB05D9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BC288-28AB-40C8-9B94-61C8623B9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9D8C2-4F07-4174-AD2E-4A67930D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582D2-D53C-4D75-9CDA-21FEB4644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B26F8-2B9F-460F-9304-56D5987DC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14DDC-6C48-40A1-9B04-781673946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EF03E-7F84-4FA1-A24C-734F5213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B41B3-E714-4254-9BAC-825B58C6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A85F3-F676-4055-918F-016E7634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05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AF4B-3795-445E-987C-02F91B63A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52463-3F49-4A06-97DD-5ED137B5B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F9127-260F-4BB0-BEF0-B1EB0AB1B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C4466-BFD0-48E2-9D7D-28283BCD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20664-281B-4DCB-A9FC-503BFCF1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206C3-B725-4733-8480-B6181E1D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1F01-DBA6-4C04-A5AE-A42DB323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494E-7DD8-44F6-AC39-AA9F5A086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3D006-165E-4174-8B5C-FECE6356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D4E2-76A4-4330-94EF-C475EA64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7BA39-298F-45BF-BA9E-D40190F23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51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3D7EBE-DEED-44DB-ADC1-B0F5E3346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F6239-34C3-4D82-99C7-2D024782A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D57A7-572E-4258-B847-F8A2A2AF6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AA55A-463C-4A9B-9713-F0A19D34C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E8680-A69C-49F4-AA96-A487FE97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4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A52C1-A155-4595-B820-276450EE4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B7C3A-1355-44B7-8DCA-50E315D93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D36B1-64D7-46B0-A303-0D6149990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B900C-972F-40B6-BB22-C5B363A7D14F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BADB0-3066-4A90-808B-E57A65656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64515-09E1-49B1-9B13-8C3DC386B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DB911-D1A5-41A4-AC3F-B4F808EB2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0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0CEA-0DAF-43C1-8B1B-184421D6E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5"/>
            <a:ext cx="9144000" cy="2387600"/>
          </a:xfrm>
        </p:spPr>
        <p:txBody>
          <a:bodyPr/>
          <a:lstStyle/>
          <a:p>
            <a:r>
              <a:rPr lang="en-US" dirty="0"/>
              <a:t>K-Nearest Neighbors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87329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600ACF-D687-4409-BFC2-B167FB4839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4813"/>
                <a:ext cx="10515600" cy="6385810"/>
              </a:xfrm>
            </p:spPr>
            <p:txBody>
              <a:bodyPr/>
              <a:lstStyle/>
              <a:p>
                <a:pPr algn="just"/>
                <a:r>
                  <a:rPr lang="en-US" dirty="0"/>
                  <a:t>KNN Classification</a:t>
                </a:r>
              </a:p>
              <a:p>
                <a:pPr lvl="1" algn="just"/>
                <a:r>
                  <a:rPr lang="en-US" dirty="0"/>
                  <a:t>Distance based approach to classification</a:t>
                </a:r>
              </a:p>
              <a:p>
                <a:pPr lvl="1" algn="just"/>
                <a:r>
                  <a:rPr lang="en-US" dirty="0"/>
                  <a:t>No model is learnt, the entire dataset is the model</a:t>
                </a:r>
              </a:p>
              <a:p>
                <a:pPr lvl="2" algn="just"/>
                <a:r>
                  <a:rPr lang="en-US" dirty="0"/>
                  <a:t>Lazy learner</a:t>
                </a:r>
              </a:p>
              <a:p>
                <a:pPr lvl="1" algn="just"/>
                <a:r>
                  <a:rPr lang="en-US" dirty="0"/>
                  <a:t>Prediction for a new instance X</a:t>
                </a:r>
              </a:p>
              <a:p>
                <a:pPr lvl="2" algn="just"/>
                <a:r>
                  <a:rPr lang="en-US" dirty="0"/>
                  <a:t>Entire dataset is searched to find K most similar samples (neighbors) to X</a:t>
                </a:r>
              </a:p>
              <a:p>
                <a:pPr lvl="2" algn="just"/>
                <a:r>
                  <a:rPr lang="en-US" dirty="0"/>
                  <a:t>Different distance measures can be used (Euclidean distance is the most common)</a:t>
                </a:r>
              </a:p>
              <a:p>
                <a:pPr lvl="2" algn="just"/>
                <a:r>
                  <a:rPr lang="en-US" dirty="0"/>
                  <a:t>Value of K?</a:t>
                </a:r>
              </a:p>
              <a:p>
                <a:pPr lvl="3" algn="just"/>
                <a:r>
                  <a:rPr lang="en-US" dirty="0"/>
                  <a:t>No fixed rule</a:t>
                </a:r>
              </a:p>
              <a:p>
                <a:pPr lvl="3" algn="just"/>
                <a:r>
                  <a:rPr lang="en-US" dirty="0"/>
                  <a:t>Trial and error</a:t>
                </a:r>
              </a:p>
              <a:p>
                <a:pPr lvl="3" algn="just"/>
                <a:r>
                  <a:rPr lang="en-US" dirty="0"/>
                  <a:t>Empirical value,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𝑠𝑎𝑚𝑝𝑙𝑒𝑠</m:t>
                        </m:r>
                      </m:e>
                    </m:rad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When used for classification</a:t>
                </a:r>
              </a:p>
              <a:p>
                <a:pPr lvl="2" algn="just"/>
                <a:r>
                  <a:rPr lang="en-US" dirty="0"/>
                  <a:t>The most common class in the K nearest neighbors is the prediction</a:t>
                </a:r>
              </a:p>
              <a:p>
                <a:pPr lvl="1" algn="just"/>
                <a:r>
                  <a:rPr lang="en-US" dirty="0"/>
                  <a:t>When used for regression</a:t>
                </a:r>
              </a:p>
              <a:p>
                <a:pPr lvl="2" algn="just"/>
                <a:r>
                  <a:rPr lang="en-US" dirty="0"/>
                  <a:t>Mean or median of K nearest neighbors is the prediction</a:t>
                </a:r>
              </a:p>
              <a:p>
                <a:pPr lvl="1" algn="just"/>
                <a:r>
                  <a:rPr lang="en-US" dirty="0"/>
                  <a:t>Curse of dimensionality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600ACF-D687-4409-BFC2-B167FB4839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4813"/>
                <a:ext cx="10515600" cy="6385810"/>
              </a:xfrm>
              <a:blipFill>
                <a:blip r:embed="rId2"/>
                <a:stretch>
                  <a:fillRect l="-1043" t="-1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B4D9EC64-F223-49D3-9EC4-AF37DBE30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583" y="3429000"/>
            <a:ext cx="2319217" cy="198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06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74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K-Nearest Neighbors Classification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K-Nearest Neighbors Classification</dc:title>
  <dc:creator>Vipul Dalal</dc:creator>
  <cp:lastModifiedBy>Vipul Dalal</cp:lastModifiedBy>
  <cp:revision>7</cp:revision>
  <dcterms:created xsi:type="dcterms:W3CDTF">2021-06-18T04:33:58Z</dcterms:created>
  <dcterms:modified xsi:type="dcterms:W3CDTF">2021-07-10T06:02:02Z</dcterms:modified>
</cp:coreProperties>
</file>